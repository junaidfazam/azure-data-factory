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-23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2847B-253A-4AC5-B989-90D9F6B65E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1EC98-2618-4ED6-86A8-2AF13595D59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Times New Roman" pitchFamily="18" charset="0"/>
              </a:rPr>
              <a:t>Execution Pipeline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764976"/>
            <a:ext cx="5943600" cy="1328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Junaid Azam</dc:creator>
  <cp:lastModifiedBy>Junaid Azam</cp:lastModifiedBy>
  <cp:revision>1</cp:revision>
  <dcterms:created xsi:type="dcterms:W3CDTF">2025-05-02T17:20:21Z</dcterms:created>
  <dcterms:modified xsi:type="dcterms:W3CDTF">2025-05-02T17:20:57Z</dcterms:modified>
</cp:coreProperties>
</file>